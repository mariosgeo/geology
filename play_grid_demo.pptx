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🗺️  Play Grid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926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FC3F7"/>
                </a:solidFill>
              </a:rPr>
              <a:t>Geology Package  —  Core Workflow on a 10 × 10 Synthetic Grid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749039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B0BEC5"/>
                </a:solidFill>
              </a:rPr>
              <a:t>Biharmonic Inpainting  ·  One-vs-All Classification  ·  Geo_Gridder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</a:rPr>
              <a:t>1.  Synthesise borehole-style training points on a 10 × 10 grid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93776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</a:rPr>
              <a:t>2.  Assign geological unit labels  (anthropogenic, clay, sand, gravel)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0352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</a:rPr>
              <a:t>3.  Grid them with Geo_Gridder  —  mode binning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66928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</a:rPr>
              <a:t>4.  Fill missing cells with biharmonic inpainting  (in_paint)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603504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</a:rPr>
              <a:t>5.  Run one_vs_all classification and visualise the result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1.  Build the 10 × 10 Play Grid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BEC5"/>
                </a:solidFill>
              </a:rPr>
              <a:t>Geology Package  ·  Play Grid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EC5"/>
                </a:solidFill>
              </a:rPr>
              <a:t>Unit grid from (0,0) to (9,9) with 1-metre cell spacing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EC5"/>
                </a:solidFill>
              </a:rPr>
              <a:t>~25 labelled borehole-style training points scattered across the grid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1226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EC5"/>
                </a:solidFill>
              </a:rPr>
              <a:t>Most cells left empty — inpainting has work to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96896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EC5"/>
                </a:solidFill>
              </a:rPr>
              <a:t>Geological units used in this demo: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815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0F2FE"/>
                </a:solidFill>
              </a:rPr>
              <a:t>  •  0  —  Anthropogenic  (grey)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66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0F2FE"/>
                </a:solidFill>
              </a:rPr>
              <a:t>  •  2  —  Clay  (green)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507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0F2FE"/>
                </a:solidFill>
              </a:rPr>
              <a:t>  •  5  —  Sand  (yellow)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3542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0F2FE"/>
                </a:solidFill>
              </a:rPr>
              <a:t>  •  8  —  Gravel  (orange-brown)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157216"/>
            <a:ext cx="11247120" cy="2560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266944"/>
            <a:ext cx="109728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5D6A7"/>
                </a:solidFill>
              </a:rPr>
              <a:t>UNIT_NAMES  = {0: 'anthropogenic', 2: 'clay', 5: 'sand', 8: 'gravel'}
UNIT_COLORS = {0: '#C8C8C8',       2: '#009200', 5: '#FFFF00', 8: '#D8A320'}
RAW_DATA = [
    (0.5, 9.5, 8),  (3.5, 8.5, 8),  ...  # gravel band (top)
    (0.5, 6.5, 5),  (2.5, 5.5, 5),  ...  # sand band (mid)
    (0.5, 3.5, 2),  ...                   # clay band (lower)
    (0.5, 0.5, 0),  ...                   # anthropogenic (bottom)
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2.  Visualise Raw Training Points on the Grid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BEC5"/>
                </a:solidFill>
              </a:rPr>
              <a:t>Geology Package  ·  Play Grid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EC5"/>
                </a:solidFill>
              </a:rPr>
              <a:t>Scatter plot overlaid on the 10×10 grid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EC5"/>
                </a:solidFill>
              </a:rPr>
              <a:t>Each dot coloured by geological unit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1226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EC5"/>
                </a:solidFill>
              </a:rPr>
              <a:t>Cell coordinates labelled in grey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96896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EC5"/>
                </a:solidFill>
              </a:rPr>
              <a:t>Grid lines at integer boundaries (x=0..10, y=0..10)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815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EC5"/>
                </a:solidFill>
              </a:rPr>
              <a:t>Points sit at cell-centres (e.g. x=0.5 → column 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14800"/>
            <a:ext cx="11247120" cy="1828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2452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5D6A7"/>
                </a:solidFill>
              </a:rPr>
              <a:t>for unit_idx, name in UNIT_NAMES.items():
    mask = training_data == unit_idx
    ax.scatter(training_pts[mask, 0], training_pts[mask, 1],
               c=UNIT_COLORS[unit_idx], s=160, label=f'{unit_idx}: {name}')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3.  Grid the Training Points with Geo_Gridder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BEC5"/>
                </a:solidFill>
              </a:rPr>
              <a:t>Geology Package  ·  Play Grid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EC5"/>
                </a:solidFill>
              </a:rPr>
              <a:t>make_grid(pts=(10,10))  creates a 10 × 10 regular grid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EC5"/>
                </a:solidFill>
              </a:rPr>
              <a:t>Node coordinates:  linspace(0, 9, 10)  =  [0, 1, 2, … , 9]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1226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EC5"/>
                </a:solidFill>
              </a:rPr>
              <a:t>gridder()  bins each training point into the nearest cell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96896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EC5"/>
                </a:solidFill>
              </a:rPr>
              <a:t>Method = "mode"  — most common value per cell  (best for categorical data)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815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EC5"/>
                </a:solidFill>
              </a:rPr>
              <a:t>Result stored in  gg.bs  (shape: 10 × 10)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66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EC5"/>
                </a:solidFill>
              </a:rPr>
              <a:t>Empty cells filled with NaN  (75 / 100 cells)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42232"/>
            <a:ext cx="11247120" cy="2560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109728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5D6A7"/>
                </a:solidFill>
              </a:rPr>
              <a:t>gg = Geo_Gridder(training_points, training_data, method='mode')
gg.make_grid(xmin=0, xmax=9, ymin=0, ymax=9, pts=(10, 10))
# → xs = [0,1,…,9],  ys = [0,1,…,9]
gg.gridder()   # fills gg.bs  (shape: 10 × 10)
# NaN count (empty cells): 75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5.  Biharmonic Inpainting  —  in_paint()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BEC5"/>
                </a:solidFill>
              </a:rPr>
              <a:t>Geology Package  ·  Play Grid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EC5"/>
                </a:solidFill>
              </a:rPr>
              <a:t>Uses  skimage.restoration.inpaint_biharmonic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EC5"/>
                </a:solidFill>
              </a:rPr>
              <a:t>Propagates known values smoothly into empty (NaN) cells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1226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EC5"/>
                </a:solidFill>
              </a:rPr>
              <a:t>Memory-efficient batch processing for large grids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96896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EC5"/>
                </a:solidFill>
              </a:rPr>
              <a:t>Batch size controlled by  no_x  /  no_y  parameters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815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EC5"/>
                </a:solidFill>
              </a:rPr>
              <a:t>Output is a continuous float field  (not yet integer labels)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66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EC5"/>
                </a:solidFill>
              </a:rPr>
              <a:t>Result stored in  gg.prediction_data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42232"/>
            <a:ext cx="11247120" cy="20116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5D6A7"/>
                </a:solidFill>
              </a:rPr>
              <a:t>gg.in_paint(no_x=GRID_N, no_y=GRID_N)
# gg.prediction_data  →  10×10 float array
# NaN remaining: 0   (all cells filled)
# Values are continuous, e.g.: 2.3, 4.8, 7.1 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6.  One-vs-All Classification  —  one_vs_all()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BEC5"/>
                </a:solidFill>
              </a:rPr>
              <a:t>Geology Package  ·  Play Grid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Converts the continuous inpainted field to integer geological labels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For each unique class: create binary mask, run weighted biharmonic inpaint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1226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Normalize probabilities across all classes at every grid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96896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Final label  =  argmax(probabilities)  →  sharpest class 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815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Also computes per-cell uncertainty  (% entropy of distribution)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66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Result overwrites  gg.prediction_data  with integer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507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Uncertainty stored in  gg.uncertainty_data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626864"/>
            <a:ext cx="11247120" cy="1645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736592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5D6A7"/>
                </a:solidFill>
              </a:rPr>
              <a:t>gg.one_vs_all()   # x_weight=1.0, y_weight=3.0 by default
# gg.prediction_data  →  10×10 integer array  [0, 2, 5, 8]
# gg.uncertainty_data →  10×10 float array   (0–100 %)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7.  Side-by-Side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BEC5"/>
                </a:solidFill>
              </a:rPr>
              <a:t>Geology Package  ·  Play Grid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EC5"/>
                </a:solidFill>
              </a:rPr>
              <a:t>Left:   sparse gridded data  (gg.bs)  —  75 NaN cells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EC5"/>
                </a:solidFill>
              </a:rPr>
              <a:t>Right:  fully inpainted + classified model  (gg.prediction_data)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1226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EC5"/>
                </a:solidFill>
              </a:rPr>
              <a:t>Black stars mark original borehole (training)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96896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EC5"/>
                </a:solidFill>
              </a:rPr>
              <a:t>Each cell shows its integer geological unit index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11247120" cy="3200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10128"/>
            <a:ext cx="10972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5D6A7"/>
                </a:solidFill>
              </a:rPr>
              <a:t>fig, axes = plt.subplots(1, 2, figsize=(14, 7))
plot_grid(gg.bs,              'Before — Sparse Gridded Data',          axes[0])
plot_grid(gg.prediction_data, 'After  — Inpainted + Classified Model', axes[1])
# Overlay original training points as black stars
axes[1].scatter(training_pts[:,0]+0.5, training_pts[:,1]+0.5,
                marker='*', s=120, c='black')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8.  Summary — Full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BEC5"/>
                </a:solidFill>
              </a:rPr>
              <a:t>Geology Package  ·  Play Grid Demo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115568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43584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C3F7"/>
                </a:solidFill>
              </a:rPr>
              <a:t>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243584"/>
            <a:ext cx="365759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C3F7"/>
                </a:solidFill>
              </a:rPr>
              <a:t>Method / Attribute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243584"/>
            <a:ext cx="6217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C3F7"/>
                </a:solidFill>
              </a:rPr>
              <a:t>Output / Notes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09928"/>
            <a:ext cx="11155680" cy="502920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64792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D6A7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1764792"/>
            <a:ext cx="365759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5D6A7"/>
                </a:solidFill>
              </a:rPr>
              <a:t>Geo_Gridder(method="mode")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1764792"/>
            <a:ext cx="6217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BEC5"/>
                </a:solidFill>
              </a:rPr>
              <a:t>Wraps training_points + training_data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231136"/>
            <a:ext cx="11155680" cy="502920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286000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D6A7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286000"/>
            <a:ext cx="365759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5D6A7"/>
                </a:solidFill>
              </a:rPr>
              <a:t>.make_grid(pts=(10,10))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286000"/>
            <a:ext cx="6217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BEC5"/>
                </a:solidFill>
              </a:rPr>
              <a:t>xs = ys = [0,1,…,9]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752344"/>
            <a:ext cx="11155680" cy="502920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807208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D6A7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2807208"/>
            <a:ext cx="365759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5D6A7"/>
                </a:solidFill>
              </a:rPr>
              <a:t>.gridder()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2807208"/>
            <a:ext cx="6217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BEC5"/>
                </a:solidFill>
              </a:rPr>
              <a:t>gg.bs  — sparse 10×10 grid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273551"/>
            <a:ext cx="11155680" cy="502920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328415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D6A7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3328415"/>
            <a:ext cx="365759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5D6A7"/>
                </a:solidFill>
              </a:rPr>
              <a:t>.in_paint(no_x=10, no_y=10)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328415"/>
            <a:ext cx="6217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BEC5"/>
                </a:solidFill>
              </a:rPr>
              <a:t>gg.prediction_data  (continuous field)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794759"/>
            <a:ext cx="11155680" cy="502920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849623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D6A7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3849623"/>
            <a:ext cx="365759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5D6A7"/>
                </a:solidFill>
              </a:rPr>
              <a:t>.one_vs_all()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3849623"/>
            <a:ext cx="6217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BEC5"/>
                </a:solidFill>
              </a:rPr>
              <a:t>gg.prediction_data  (integer labels)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59028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FC3F7"/>
                </a:solidFill>
              </a:rPr>
              <a:t>This workflow scales directly to real-world grids of hundreds or thousands of cells.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